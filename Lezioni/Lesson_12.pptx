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 snapToObjects="1">
      <p:cViewPr varScale="1">
        <p:scale>
          <a:sx n="103" d="100"/>
          <a:sy n="103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212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039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12 — Graph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99109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Breadth-First Search, Depth-First Search and Shortest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535425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22 September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high_tech_medical_biotech_abstract_illustration.png"/>
          <p:cNvPicPr>
            <a:picLocks noChangeAspect="1"/>
          </p:cNvPicPr>
          <p:nvPr/>
        </p:nvPicPr>
        <p:blipFill>
          <a:blip r:embed="rId2"/>
          <a:srcRect l="44595"/>
          <a:stretch>
            <a:fillRect/>
          </a:stretch>
        </p:blipFill>
        <p:spPr>
          <a:xfrm>
            <a:off x="6932139" y="598571"/>
            <a:ext cx="4505816" cy="45769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Why algorithms on graphs?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6761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Tasks on biomedical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Traversal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BFS and DFS as systematic exploration.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Distances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Shortest-path intuition and applications.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Clinical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Infections, metabolism and care pathways.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399"/>
            <a:ext cx="2907792" cy="1159593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Representation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836773"/>
            <a:ext cx="290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How data structure affects the algorithm.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Examples, exercises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379591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the purpose of BFS, DFS and shortest-path algorithms.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how BFS explores a graph level by level.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how DFS explores a graph by going deeper first.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Interpret shortest paths in weighted and unweighted biomedical networks.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Choose a suitable representation and algorithm for a graph problem.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Connect graph algorithms to real medical-informatics tasks.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6396"/>
          <a:stretch>
            <a:fillRect/>
          </a:stretch>
        </p:blipFill>
        <p:spPr>
          <a:xfrm>
            <a:off x="8217243" y="1847088"/>
            <a:ext cx="3430944" cy="36022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do we need algorithms on graphs?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graph representation alone is not enough: we also need procedures to analyze it.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 may want to know which nodes are reachable, which components are connected, or which path is shortest.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Traversal algorithms are foundational building blocks.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healthcare, these tasks arise in contact tracing, biological pathways and hospital logistics.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Typical questions answered by graph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Reachability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Can we get from node A to node B?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can we visit every node systematically?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What is the shortest route between two nodes?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0896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004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5643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many connected groups exist?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0896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004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Cycle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5643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Does the network contain loops?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0896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004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Path reconstruction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5643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Which nodes lie along the selected route?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simple graph for today’s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212080" cy="253563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 will reuse a small graph to explain the main algorithms.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Suppose the task is to explore all nodes starting from 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graph can also be used to reason about distances and paths.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2" y="205740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19659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235440" y="22860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8592" y="24231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33756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5472" y="347472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347472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8512" y="3611879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858000" y="2103120"/>
            <a:ext cx="1463040" cy="91440"/>
          </a:xfrm>
          <a:prstGeom prst="line">
            <a:avLst/>
          </a:prstGeom>
          <a:ln w="2159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2194560"/>
            <a:ext cx="548640" cy="1417320"/>
          </a:xfrm>
          <a:prstGeom prst="line">
            <a:avLst/>
          </a:prstGeom>
          <a:ln w="2159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2103120"/>
            <a:ext cx="1188720" cy="457200"/>
          </a:xfrm>
          <a:prstGeom prst="line">
            <a:avLst/>
          </a:prstGeom>
          <a:ln w="2159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21040" y="2103120"/>
            <a:ext cx="548640" cy="1645919"/>
          </a:xfrm>
          <a:prstGeom prst="line">
            <a:avLst/>
          </a:prstGeom>
          <a:ln w="2159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3611880"/>
            <a:ext cx="1463040" cy="137159"/>
          </a:xfrm>
          <a:prstGeom prst="line">
            <a:avLst/>
          </a:prstGeom>
          <a:ln w="2159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graph traversal?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2119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Traversal means visiting nodes in a systematic way.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usually starts from one source node.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 keep track of visited nodes to avoid repeating work or entering infinite cycles.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two classic traversal algorithms are BFS and DFS.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BREADTH-FIRST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BFS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BFS explores a graph level by level.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first visits the start node, then all its immediate neighbors.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After that, it visits neighbors of those neighbors, and so 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BFS uses a queue to maintain the frontier.</a:t>
            </a:r>
          </a:p>
        </p:txBody>
      </p:sp>
      <p:sp>
        <p:nvSpPr>
          <p:cNvPr id="7" name="Oval 6"/>
          <p:cNvSpPr/>
          <p:nvPr/>
        </p:nvSpPr>
        <p:spPr>
          <a:xfrm>
            <a:off x="7955279" y="1828800"/>
            <a:ext cx="548640" cy="548640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28431" y="19659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6949440" y="27432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22592" y="28803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0" y="27432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34272" y="28803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70332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384048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0" y="370332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2" y="384048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223760" y="2093976"/>
            <a:ext cx="996696" cy="923544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0456" y="2093976"/>
            <a:ext cx="1014984" cy="923544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675120" y="3017520"/>
            <a:ext cx="548640" cy="960119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3017520"/>
            <a:ext cx="1097280" cy="960119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321040" y="3017520"/>
            <a:ext cx="914400" cy="960119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26880" y="17830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778F"/>
                </a:solidFill>
                <a:latin typeface="Aptos"/>
              </a:rPr>
              <a:t>level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974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778F"/>
                </a:solidFill>
                <a:latin typeface="Aptos"/>
              </a:rPr>
              <a:t>level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6576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778F"/>
                </a:solidFill>
                <a:latin typeface="Aptos"/>
              </a:rPr>
              <a:t>level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BREADTH-FIRST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BFS uses a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Queue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97680" cy="195688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 first discovered node is processed first.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New neighbors are added to the back of the queue.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This naturally produces a level-by-level exploration.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BFS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67712"/>
            <a:ext cx="3749039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5" y="2359152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2615184"/>
            <a:ext cx="3493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enqueue start node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17520"/>
            <a:ext cx="3749039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310896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3364991"/>
            <a:ext cx="3493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dequeue A and enqueue its neighbors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67328"/>
            <a:ext cx="3749039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5" y="3858768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4114800"/>
            <a:ext cx="3493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repeat until the queue is empty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BREADTH-FIRST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BFS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47088"/>
            <a:ext cx="5029200" cy="2788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93392"/>
            <a:ext cx="4700016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BFS(start):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mark start as visited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enqueue start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WHILE queue is not empty: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u ← dequeue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PROCESS u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FOR each neighbor v of u: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    IF v is not visited: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        mark v as visited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        enqueue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65960"/>
            <a:ext cx="4480560" cy="253563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Visited nodes are marked to avoid repetition.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queue stores the current exploration frontier.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Processing order reflects graph distance in unweighted graphs.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BREADTH-FIRST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BFS visit order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303520" cy="253563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Starting from A, one possible BFS order is: A, B, C, D, 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 and C are visited before D and E because they are closer to 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Exact order may depend on the order of neighbors in the adjacency list.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2" y="205740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19659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235440" y="2286000"/>
            <a:ext cx="548640" cy="548640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8592" y="24231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337560"/>
            <a:ext cx="548640" cy="548640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5472" y="347472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3474720"/>
            <a:ext cx="548640" cy="548640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8512" y="3611879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858000" y="2103120"/>
            <a:ext cx="1463040" cy="9144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2194560"/>
            <a:ext cx="548640" cy="141732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2103120"/>
            <a:ext cx="1188720" cy="45720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21040" y="2103120"/>
            <a:ext cx="548640" cy="164591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3611880"/>
            <a:ext cx="1463040" cy="13715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92240" y="4480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A = level 0, B/C = level 1, D/E = level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BREADTH-FIRST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BFS is especially good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Unweighted shortest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BFS finds the minimum number of edges from the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Level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Useful for diffusion, spread and distance layers.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Connectivity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Can identify which nodes are reachable from a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Component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Repeated BFS helps find connected components.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DEPTH-FIRST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DFS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9496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DFS explores as deeply as possible before backtracking.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From the start node, it chooses a neighbor and keeps going deeper.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it reaches a dead end, it returns and explores other branches.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DFS is naturally implemented with recursion or a stack.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19659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27432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2" y="28803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27432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2832" y="28803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370332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384048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70332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384048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858000" y="2093976"/>
            <a:ext cx="1188720" cy="923544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2093976"/>
            <a:ext cx="1097280" cy="923544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492240" y="3017520"/>
            <a:ext cx="365760" cy="960119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3017520"/>
            <a:ext cx="1280160" cy="960119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20" y="41605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778F"/>
                </a:solidFill>
                <a:latin typeface="Aptos"/>
              </a:rPr>
              <a:t>go deep first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DEPTH-FIRST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DFS uses recursion or a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DFS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97680" cy="166603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 current path is followed until no new neighbor is available.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Then the algorithm returns to the previous node.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This return step is called backtracking.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Operational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67712"/>
            <a:ext cx="3749039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5" y="2359152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2615184"/>
            <a:ext cx="3493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visit start node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17520"/>
            <a:ext cx="3749039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310896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3364991"/>
            <a:ext cx="3493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move to one unvisited neighbor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67328"/>
            <a:ext cx="3749039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5" y="3858768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4114800"/>
            <a:ext cx="3493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if stuck, backtrack and continue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DEPTH-FIRST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DFS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47088"/>
            <a:ext cx="5029200" cy="27432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93392"/>
            <a:ext cx="470001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DFS(u):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mark u as visited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PROCESS u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FOR each neighbor v of u: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    IF v is not visited: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        DFS(v)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38528"/>
            <a:ext cx="4389120" cy="253563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the recursive version of DFS.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call stack keeps track of the current path.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iterative version uses an explicit stack.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DEPTH-FIRST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DFS visit order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394960" cy="253563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Starting from A, one possible DFS order is: A, B, D, E, 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DFS dives into one branch before exploring the next one.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neighbor orderings can change the exact visit sequence.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19659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2743200"/>
            <a:ext cx="548640" cy="548640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2" y="28803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2743200"/>
            <a:ext cx="548640" cy="548640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2832" y="28803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3703320"/>
            <a:ext cx="548640" cy="548640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384048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703320"/>
            <a:ext cx="548640" cy="548640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384048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858000" y="2093976"/>
            <a:ext cx="1188720" cy="923544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2093976"/>
            <a:ext cx="1097280" cy="923544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492240" y="3017520"/>
            <a:ext cx="365760" cy="96011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3017520"/>
            <a:ext cx="1280160" cy="96011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44988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One deep branch may be explored before the others.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BFS VS 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Key conceptual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9768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Explores level by level.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Uses a queue.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Best for shortest path in unweighted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Explores one branch deeply first.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Uses recursion or a stack.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Good for exhaustive exploration, cycle detection and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6052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5195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0799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BFS is breadth-first; DFS is depth-first.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representation matters for BFS and 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2119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With an adjacency list, BFS and DFS run in O(V + E).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efficient for sparse graphs.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With an adjacency matrix, all potential neighbors must often be scanned.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representation strongly influences practical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SHORTEST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shortest path?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path is a sequence of nodes connected by edges.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shortest path is the path with minimum total cost according to a chosen measure.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an unweighted graph, cost is usually the number of edges.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weighted graph, cost is the sum of edge weights.</a:t>
            </a:r>
          </a:p>
        </p:txBody>
      </p:sp>
      <p:sp>
        <p:nvSpPr>
          <p:cNvPr id="7" name="Oval 6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1945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2" y="19659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214884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17152" y="228600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333756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8352" y="347472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0" y="3566160"/>
            <a:ext cx="548640" cy="548640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51392" y="370332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766560" y="2103120"/>
            <a:ext cx="1280160" cy="22860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78040" y="201168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2103120"/>
            <a:ext cx="1371600" cy="32004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49640" y="201168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2331720"/>
            <a:ext cx="822960" cy="128016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12280" y="288036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3611880"/>
            <a:ext cx="1463040" cy="22860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2440" y="356616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46720" y="2103120"/>
            <a:ext cx="1005840" cy="173736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75320" y="288036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SHORTEST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Unweighted graphs: BFS gives shortest path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292342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every edge has the same cost, BFS is enough.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first time BFS reaches a node, it has found a shortest path in terms of edge count.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very useful for diffusion and contact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If A reaches E in two edges, then the BFS distance is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8036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7180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2783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Two transmission steps or two referrals away.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SHORTEST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Weighted graphs: the path cost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11227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edges have different costs, minimizing the number of edges is not enough.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path with more edges may still be cheaper overall.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leads to weighted shortest-path algorithms such as Dijkstra’s algorithm.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Direct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→ C with cost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8036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7180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Alternative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2783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→ B → C with cost 3 + 4 =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79"/>
            <a:ext cx="3749039" cy="916871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9319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187952"/>
            <a:ext cx="349300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second route is shorter in weighted terms.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SHORTEST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Dijkstra’s algorithm: high-level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Dijkstra’s algorithm solves shortest paths from one source in graphs with non-negative weights.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repeatedly selects the not-yet-finalized node with the smallest tentative distance.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Then it relaxes edges leaving that node.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priority queue is commonly used to make this efficient.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SHORTEST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Dijkstra’s algorithm: conceptual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Initialize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Distance of source = 0, all others = ∞.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Take the currently closest unfinalized node.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Relax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Try to improve distances to its neighbors.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Repeat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Continue until all reachable nodes are finalized.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Diffusion of infections in a contact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contact network, nodes are individuals and edges are potential transmission contacts.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BFS can identify who is reached in 1 step, 2 steps, and so 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helps reason about exposure layers and potential spread.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Shortest paths can estimate minimum transmission chains.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FCE8E8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2" y="210312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P0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1965960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P1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2103120"/>
            <a:ext cx="548640" cy="548640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0032" y="2240279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P2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246120"/>
            <a:ext cx="548640" cy="548640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5472" y="3383279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P3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474720"/>
            <a:ext cx="548640" cy="548640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9952" y="3611879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P4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858000" y="2103120"/>
            <a:ext cx="1463040" cy="137160"/>
          </a:xfrm>
          <a:prstGeom prst="line">
            <a:avLst/>
          </a:prstGeom>
          <a:ln w="2159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2103120"/>
            <a:ext cx="1280160" cy="274320"/>
          </a:xfrm>
          <a:prstGeom prst="line">
            <a:avLst/>
          </a:prstGeom>
          <a:ln w="2159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2240280"/>
            <a:ext cx="548640" cy="1280160"/>
          </a:xfrm>
          <a:prstGeom prst="line">
            <a:avLst/>
          </a:prstGeom>
          <a:ln w="2159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3520440"/>
            <a:ext cx="1554480" cy="228599"/>
          </a:xfrm>
          <a:prstGeom prst="line">
            <a:avLst/>
          </a:prstGeom>
          <a:ln w="2159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448056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Red = source, yellow = 1 hop, purple = 2 hops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Metabolic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may represent metabolites, enzymes or reactions.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 may encode biochemical transitions.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DFS or BFS can explore which metabolites are reachable from a starting substrate.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Shortest paths can suggest compact routes between compounds.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5515"/>
          <a:stretch>
            <a:fillRect/>
          </a:stretch>
        </p:blipFill>
        <p:spPr>
          <a:xfrm>
            <a:off x="6944497" y="1847088"/>
            <a:ext cx="3786447" cy="391116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Hospital pathways and patient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may represent departments or stations: ER, Radiology, ICU, Ward and Discharge.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 represent allowed or frequent patient movements.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Shortest paths can help estimate efficient routes or care pathways.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Weighted edges may encode time, cost or delay.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01952"/>
            <a:ext cx="3749039" cy="7132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1993392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4942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ER, Lab, Imaging, Ward, ICU, Discharge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52928"/>
            <a:ext cx="3749039" cy="7132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44368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Possible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00400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minutes required for transfer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03904"/>
            <a:ext cx="3749039" cy="7132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895344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Possible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151376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Which path minimizes total transfer time?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Which algorithm fits which question?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3891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242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810512"/>
            <a:ext cx="39319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59552" y="1865376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Typical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40280"/>
            <a:ext cx="416052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6" y="2331720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Who is reachable from this patient?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240280"/>
            <a:ext cx="365760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0136" y="233172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BFS or DFS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43200"/>
            <a:ext cx="416052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2416" y="2834640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Which nodes are at distance 2?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743200"/>
            <a:ext cx="365760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0136" y="283464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BFS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46120"/>
            <a:ext cx="416052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3337560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Does a path exist?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246120"/>
            <a:ext cx="365760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0136" y="333756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BFS or DFS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49040"/>
            <a:ext cx="416052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3840480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What is the minimum-hop path?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3749040"/>
            <a:ext cx="365760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0136" y="384048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BFS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51960"/>
            <a:ext cx="416052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" y="4343400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What is the minimum-cost path?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4251960"/>
            <a:ext cx="365760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0136" y="434340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Dijkstra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54880"/>
            <a:ext cx="416052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2416" y="4846320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Can I explore every branch of a network?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32120" y="4754880"/>
            <a:ext cx="3657600" cy="42062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0136" y="484632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DFS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REPRESENTATION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Adjacency list vs adjacency matrix for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Adjacency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08433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Efficient for sparse graphs.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Natural for BFS, DFS and Dijkstra.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Easy neighbor iteration.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Adjacency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Simple edge lookup.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Can be wasteful in memory.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Often slower for sparse-network traversal.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Practical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Large sparse biomedical networks usually favor adjacency lists.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DESIGN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Questions to ask before choosing the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Are edges weighted?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If yes, BFS may not be enough.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Do all weights stay non-negative?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If yes, Dijkstra is appropriate.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Is only reachability needed?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BFS or DFS may suffice.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Do we need minimum hops or minimum cost?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This changes the choice of algorithm.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Choosing an algorithm for an outbreak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150342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Goal 1: identify all patients reachable from an infected patient → BFS or DFS.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Goal 2: group patients by exposure distance → BFS.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Goal 3: find the minimum number of transmission steps to another patient → BFS.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Goal 4: incorporate weighted contact risk or time → weighted shortest-path algorithm.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Choosing an algorithm for a hospital pathway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Goal: find the fastest route from Emergency Department to ICU or imaging.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all transfers are treated equally, minimum-hop BFS may be enough.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transfer times differ, we need weighted shortest paths.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graph model must reflect the actual operational meaning of edges.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2119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Shortest path depends on how we define edge cost.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path that is shortest in hops may not be shortest in time or risk.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neighbor orderings can change BFS/DFS visit order, but not their logic.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algorithm answer is only as good as the graph model behind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Choose the correct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601200" cy="18745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1. List all wards reachable from the ER in a hospital-pathway graph.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2. Find the minimum number of transmission steps from patient A to patient 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3. Explore every branch of a metabolic graph from one starting compound.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4. Find the minimum-cost path when edge weights represent transfer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For each case, choose BFS, DFS or a shortest-path algorithm.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526279"/>
            <a:ext cx="4023360" cy="651201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461772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Discussion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873752"/>
            <a:ext cx="376732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Why is that algorithm the most appropriate?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526280"/>
            <a:ext cx="4023360" cy="9169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14416" y="461772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Key distinction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4873752"/>
            <a:ext cx="376732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reachability vs exhaustive search vs cost minimization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MINI-LAB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Trace one BFS and one DFS 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22376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Given a small graph, start from node 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Write the BFS order and show the queue evolution.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Write the DFS order and show the recursive or stack logic.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Then identify which node is reached first by BFS but later by DFS, and explain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6596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7616" y="205740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313432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visit orders + explanation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310896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364991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069080"/>
            <a:ext cx="21031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6" y="416052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416552"/>
            <a:ext cx="18470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algorithmic reasoning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structure is classically associated with BFS?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41448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structure is classically associated with DFS?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464308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Recursion or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 an unweighted graph, which algorithm finds minimum-hop paths?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4" y="3736313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BFS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14198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algorithm is commonly used for shortest paths with non-negative weights?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409750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Dijkstra’s algorithm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382726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BFS and DFS are foundational graph-traversal algorithms.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BFS is especially useful for level exploration and minimum-hop paths in unweighted graphs.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DFS is especially useful for deep exploration, exhaustive search and backtracking logic.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Shortest-path problems require careful thinking about edge cost and graph weights.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medical informatics, graph algorithms support infection analysis, metabolic reasoning and patient-flow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2292</Words>
  <Application>Microsoft Macintosh PowerPoint</Application>
  <PresentationFormat>Widescreen</PresentationFormat>
  <Paragraphs>404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2026-09-22T06:05:08Z</dcterms:modified>
  <cp:category/>
</cp:coreProperties>
</file>